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71" r:id="rId5"/>
    <p:sldId id="272" r:id="rId6"/>
    <p:sldId id="273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a3dcd40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fa3dcd40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a3dcd40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fa3dcd40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babfb1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1babfb1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787805" y="2995258"/>
            <a:ext cx="5188306" cy="2414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</a:t>
            </a: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GB" dirty="0" err="1">
                <a:solidFill>
                  <a:schemeClr val="dk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KlimaTwin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leader name </a:t>
            </a: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– </a:t>
            </a:r>
            <a:r>
              <a:rPr lang="en-GB" dirty="0" err="1">
                <a:solidFill>
                  <a:schemeClr val="dk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Sudarshanam</a:t>
            </a:r>
            <a:r>
              <a:rPr lang="en-GB" dirty="0">
                <a:solidFill>
                  <a:schemeClr val="dk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Yessasvini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457200" indent="-317500">
              <a:lnSpc>
                <a:spcPct val="115000"/>
              </a:lnSpc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</a:t>
            </a: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-GB" b="1" dirty="0">
                <a:solidFill>
                  <a:schemeClr val="dk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campuses waste significant energy, water, and materials due to lack of real-time visibility, siloed sustainability efforts, and low student engagement. Existing solutions rely on static dashboards or awareness campaigns that fail to drive measurable behavioral change.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494103" y="1192175"/>
            <a:ext cx="8155793" cy="19943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3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300" b="1" dirty="0"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1300" b="1" dirty="0" err="1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KlimaTwin</a:t>
            </a:r>
            <a:r>
              <a:rPr lang="en-US" sz="1300" b="1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is an AI-driven, low-power digital twin of a university campus that monitors energy, water, air quality, and e-waste flows in near real time and converts insights into personalized, measurable behavioral nudges for students and actionable micro-policies for administrators.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The system closes the loop from sensing → prediction → nudging → impact verification at campus scale.</a:t>
            </a:r>
            <a:endParaRPr sz="1300" b="1" dirty="0"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A66AE216-A7FB-E88B-69F7-FC1B8BD6AC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21941" y="1529352"/>
            <a:ext cx="85206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Universities are under pressure to reduce operational costs and carbon footprint.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Low-cost sensors and edge AI now enable fine-grained monitoring without heavy infrastructure.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Behavioral nudges have proven short-term impact in student housing.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Campuses offer controlled environments ideal for piloting climate-tech solutions before city-scale rollout.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9751D8-DD13-118A-AAF5-485EEDF43F33}"/>
              </a:ext>
            </a:extLst>
          </p:cNvPr>
          <p:cNvSpPr txBox="1"/>
          <p:nvPr/>
        </p:nvSpPr>
        <p:spPr>
          <a:xfrm>
            <a:off x="104078" y="125967"/>
            <a:ext cx="893584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is it different from existing ideas?</a:t>
            </a:r>
          </a:p>
          <a:p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KlimaTwin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projects fall into one of three weak buckets: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dashboards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show monthly energy or water usage but don’t influence behavior or decisions in real time.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Single-domain solutions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 focus on only energy, only air quality, or only waste—creating silos that administrators already struggle with.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Awareness-driven initiatives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Posters, emails, or generic tips that are not personalized and whose impact is never measured.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Twin is different because: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unifies energy, water, air quality, and e-waste into one AI decision system, not four disconnected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operates as a closed-loop system: sense → predict → nudge → verify impact.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low-power edge AI, making it deployable without expensive infrastructure.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weekly, actionable outcomes, not long-term abstract goals.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short: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ideas observe sustainability; Climate Twin actively changes behavior and verifies results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1171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AA2827-5CE2-AE7E-8F63-B3F18EE6F245}"/>
              </a:ext>
            </a:extLst>
          </p:cNvPr>
          <p:cNvSpPr txBox="1"/>
          <p:nvPr/>
        </p:nvSpPr>
        <p:spPr>
          <a:xfrm>
            <a:off x="163551" y="379045"/>
            <a:ext cx="866821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will it solve the problem?</a:t>
            </a:r>
          </a:p>
          <a:p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problem is invisible impact + siloed data + low engagement. Climate Twin addresses all three: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waste visible at the right granularity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campus-wide averages, it shows hostel-, floor-, or zone-level inefficiencies where behavior actually matters.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problems before they escalate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forecasting identifies peak energy use, abnormal water flow, or air-quality spikes early.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Drives behavior change using AI nudges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Personalized, context-aware nudges (competition, social norms, planning prompts) are sent through channels students already use.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whether actions worked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compares before/after data to verify if a nudge or micro-policy reduced usage—closing the feedback loop.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turns sustainability from a policy document into a continuous, data-driven operation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6041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911039-0A84-9D89-E779-4C0A23CCDE5C}"/>
              </a:ext>
            </a:extLst>
          </p:cNvPr>
          <p:cNvSpPr txBox="1"/>
          <p:nvPr/>
        </p:nvSpPr>
        <p:spPr>
          <a:xfrm>
            <a:off x="460917" y="691376"/>
            <a:ext cx="801401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USP of the Proposed Solution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Campus Climate Twin with Measurable Behavioral Impact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USPs: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AI brain for four sustainability domains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(energy, water, air, e-waste)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Low-power, edge-first 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feasible and scalable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science + AI nudges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just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verification built-in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(proof that actions worked)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Admin- and student-facing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aligning incentives on both sides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USP summary (one line for judges):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deployable campus-scale climate twin that doesn’t just monitor sustainability—but actively changes behavior and proves the impact.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46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List of features offered by the solution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300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Real-time energy, water, air quality, and e-waste monitoring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300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Graph-based campus digital twin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300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Short-term consumption and air-quality forecasting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300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AI-generated personalized nudges (WhatsApp/app/notice boards)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300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Impact verification dashboard (before vs after nudges)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300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QR-based e-waste logging and classification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300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Scenario simulation (“what-if” analysis)</a:t>
            </a: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Process flow diagram or Use-case diagram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409D3C-1F82-CAEA-72DC-8056E9EFB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42" y="1375226"/>
            <a:ext cx="8123322" cy="23045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Wireframes/Mock diagrams of the proposed solution (optional)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8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6EC11A-8CE1-B4F4-6347-62BA9E0F7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102" y="1702418"/>
            <a:ext cx="8025996" cy="15018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Architecture diagram of the proposed solution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9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318573-7FE9-1517-DD6B-0167368768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475" y="1309248"/>
            <a:ext cx="8021444" cy="19032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Technologies to be used in the solution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C722648D-EFB1-F1FB-74F3-5ED4DE7C983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5950" y="1602224"/>
            <a:ext cx="699661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Python, JavaScript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Node.js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React / Dashboard 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AI/ML: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Scikit-learn, lightweight CNNs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 AI: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TinyML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concepts, event-triggered inference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Time-series databases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Containerized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latin typeface="Poppins"/>
                <a:ea typeface="Poppins"/>
                <a:cs typeface="Poppins"/>
                <a:sym typeface="Poppins"/>
              </a:rPr>
              <a:t>Usage of AMD Products/Solutions</a:t>
            </a:r>
            <a:endParaRPr sz="162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3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28FF16-0246-488F-5BE8-3AA45CAC2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AMD CPUs for high-performance AI inference and simulation workloads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 processing for time-series forecasting and scenario simulations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execution of ML pipelines on AMD hardware for energy-efficient computation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3CD5CD-4810-74C1-417B-CCD2A0D3A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56" y="1769049"/>
            <a:ext cx="879459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AMD CPUs for high-performance AI inference and simulation workloads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Parallel processing for time-series forecasting and scenario simulations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Optimized execution of ML pipelines on AMD hardware for energy-efficient computation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Estimated implementation cost (optional)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AAD770CB-8095-2DEE-F635-6EE1CDDD51C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34002" y="1685760"/>
            <a:ext cx="828217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Sensors &amp; edge nodes: Low (₹1,000–2,000 per node)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&amp; compute: Minimal (campus-scale deployment)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Overall: Affordable for pilot deployment in a single campus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>
            <a:spLocks noGrp="1"/>
          </p:cNvSpPr>
          <p:nvPr>
            <p:ph type="subTitle" idx="1"/>
          </p:nvPr>
        </p:nvSpPr>
        <p:spPr>
          <a:xfrm>
            <a:off x="311700" y="1926000"/>
            <a:ext cx="8520600" cy="28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Prototype Assets (Optional)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1192175"/>
            <a:ext cx="85206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/>
          </a:p>
        </p:txBody>
      </p:sp>
      <p:pic>
        <p:nvPicPr>
          <p:cNvPr id="139" name="Google Shape;139;p23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>
            <a:spLocks noGrp="1"/>
          </p:cNvSpPr>
          <p:nvPr>
            <p:ph type="subTitle" idx="1"/>
          </p:nvPr>
        </p:nvSpPr>
        <p:spPr>
          <a:xfrm>
            <a:off x="311700" y="1285750"/>
            <a:ext cx="8520600" cy="34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3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Add as per the requirements of the contest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4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</Words>
  <Application>Microsoft Office PowerPoint</Application>
  <PresentationFormat>On-screen Show (16:9)</PresentationFormat>
  <Paragraphs>90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Times New Roman</vt:lpstr>
      <vt:lpstr>Wingdings</vt:lpstr>
      <vt:lpstr>Poppins</vt:lpstr>
      <vt:lpstr>Simple Light</vt:lpstr>
      <vt:lpstr>PowerPoint Presentation</vt:lpstr>
      <vt:lpstr>Brief about the idea</vt:lpstr>
      <vt:lpstr>Opportunities</vt:lpstr>
      <vt:lpstr>PowerPoint Presentation</vt:lpstr>
      <vt:lpstr>PowerPoint Presentation</vt:lpstr>
      <vt:lpstr>PowerPoint Presentation</vt:lpstr>
      <vt:lpstr>List of features offered by the solution</vt:lpstr>
      <vt:lpstr>Process flow diagram or Use-case diagram</vt:lpstr>
      <vt:lpstr>Wireframes/Mock diagrams of the proposed solution (optional)</vt:lpstr>
      <vt:lpstr>Architecture diagram of the proposed solution</vt:lpstr>
      <vt:lpstr>Technologies to be used in the solution</vt:lpstr>
      <vt:lpstr>Usage of AMD Products/Solutions</vt:lpstr>
      <vt:lpstr>Estimated implementation cost (optional)</vt:lpstr>
      <vt:lpstr>Prototype Assets (Optional)</vt:lpstr>
      <vt:lpstr>Add as per the requirements of the contest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modified xsi:type="dcterms:W3CDTF">2026-02-08T17:44:19Z</dcterms:modified>
</cp:coreProperties>
</file>